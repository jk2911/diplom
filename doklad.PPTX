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68FA1-4469-472D-AB3D-AC1E3E35D628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B26979-5C81-4CB4-82ED-647B64279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510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B26979-5C81-4CB4-82ED-647B642791C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81529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B26979-5C81-4CB4-82ED-647B642791C0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3205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315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2176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88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528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967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054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5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696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90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304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0F56DA-C1F9-4AC5-87A8-B55E34AA2CD5}" type="datetimeFigureOut">
              <a:rPr lang="ru-RU" smtClean="0"/>
              <a:t>06.06.2023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29334B-E807-45CE-B258-1FA06C163E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271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 flipH="1">
            <a:off x="0" y="149824"/>
            <a:ext cx="1219200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Учреждения образования  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«БЕЛОРУССКИЙ ГОСУДАРСТВЕННЫЙ ТЕХНОЛОГИЧЕСКИЙ УНИВЕРСИТЕТ»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Факультет информационных технологий</a:t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Кафедра информационных систем и технологий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Специальность 1-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40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Информационные системы и технологии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»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flipH="1">
            <a:off x="-1" y="2371274"/>
            <a:ext cx="12191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</a:t>
            </a:r>
            <a:r>
              <a:rPr lang="ru-RU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й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-52"/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 flipH="1">
            <a:off x="134811" y="3207729"/>
            <a:ext cx="12192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</a:rPr>
              <a:t>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</a:rPr>
              <a:t>для букмекерских ставок на футбольные события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30823" y="5439989"/>
            <a:ext cx="83341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Дипломник: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Гой Максим Антонович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Руководитель: 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преподаватель-стажёр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Комарова Елизавета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Ивановна</a:t>
            </a:r>
            <a:endParaRPr lang="ru-RU" sz="1600" dirty="0" smtClean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5382501" y="6444734"/>
            <a:ext cx="12234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Минск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2023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520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63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5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76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244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320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490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1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867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mtClean="0"/>
              <a:t/>
            </a:r>
            <a:br>
              <a:rPr lang="ru-RU" smtClean="0"/>
            </a:br>
            <a:r>
              <a:rPr lang="ru-RU" smtClean="0"/>
              <a:t> 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 flipH="1">
            <a:off x="0" y="149824"/>
            <a:ext cx="1219200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Учреждения образования  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«БЕЛОРУССКИЙ ГОСУДАРСТВЕННЫЙ ТЕХНОЛОГИЧЕСКИЙ УНИВЕРСИТЕТ»</a:t>
            </a: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Факультет информационных технологий</a:t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Кафедра информационных систем и технологий</a:t>
            </a:r>
          </a:p>
          <a:p>
            <a:pPr algn="ctr"/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Специальность 1-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40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0</a:t>
            </a:r>
            <a:r>
              <a:rPr lang="en-US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1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«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Информационные системы и технологии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»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/>
            </a:r>
            <a:b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 flipH="1">
            <a:off x="-1" y="2371274"/>
            <a:ext cx="121919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</a:t>
            </a:r>
            <a:r>
              <a:rPr lang="ru-RU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й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-52"/>
              </a:rPr>
              <a:t> </a:t>
            </a:r>
            <a:r>
              <a:rPr lang="ru-RU" sz="4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  <a:endParaRPr lang="ru-RU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flipH="1">
            <a:off x="134811" y="3207729"/>
            <a:ext cx="12192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</a:rPr>
              <a:t> </a:t>
            </a:r>
            <a:r>
              <a:rPr lang="ru-RU" sz="2800" dirty="0" smtClean="0">
                <a:solidFill>
                  <a:schemeClr val="bg1"/>
                </a:solidFill>
                <a:latin typeface="Times New Roman" panose="02020603050405020304" pitchFamily="18" charset="0"/>
              </a:rPr>
              <a:t>для букмекерских ставок на футбольные события</a:t>
            </a:r>
            <a:endParaRPr lang="ru-R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430823" y="5439989"/>
            <a:ext cx="833410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Дипломник: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Гой Максим Антонович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Руководитель: </a:t>
            </a:r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преподаватель-стажёр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Комарова Елизавета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Ивановна</a:t>
            </a:r>
            <a:endParaRPr lang="ru-RU" sz="1600" dirty="0" smtClean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5382501" y="6444734"/>
            <a:ext cx="12234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Минск </a:t>
            </a:r>
            <a:r>
              <a:rPr lang="ru-RU" sz="1600" dirty="0" smtClean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2023</a:t>
            </a:r>
            <a:endParaRPr lang="ru-RU" sz="16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0493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58</Words>
  <Application>Microsoft Office PowerPoint</Application>
  <PresentationFormat>Широкоэкранный</PresentationFormat>
  <Paragraphs>24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Lato</vt:lpstr>
      <vt:lpstr>Montserrat</vt:lpstr>
      <vt:lpstr>Times New Roman</vt:lpstr>
      <vt:lpstr>Тема Office</vt:lpstr>
      <vt:lpstr>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Goy Maxim</dc:creator>
  <cp:lastModifiedBy>Goy Maxim</cp:lastModifiedBy>
  <cp:revision>3</cp:revision>
  <dcterms:created xsi:type="dcterms:W3CDTF">2023-06-06T14:36:48Z</dcterms:created>
  <dcterms:modified xsi:type="dcterms:W3CDTF">2023-06-06T15:51:43Z</dcterms:modified>
</cp:coreProperties>
</file>